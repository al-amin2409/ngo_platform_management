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60" r:id="rId5"/>
    <p:sldId id="258" r:id="rId6"/>
    <p:sldId id="257" r:id="rId7"/>
    <p:sldId id="261" r:id="rId8"/>
    <p:sldId id="259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627BF-4419-4D77-8755-EAF493903E1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CAA4B-7F0E-4199-868E-25AA5DD17D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6933" y="1100665"/>
            <a:ext cx="10397067" cy="868363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/>
              <a:t>Project Name:</a:t>
            </a:r>
            <a:r>
              <a:rPr lang="en-US" sz="3200" b="1" dirty="0"/>
              <a:t>  NGO Platform Management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533" y="2159000"/>
            <a:ext cx="8373534" cy="4191000"/>
          </a:xfrm>
        </p:spPr>
        <p:txBody>
          <a:bodyPr/>
          <a:lstStyle/>
          <a:p>
            <a:pPr algn="l"/>
            <a:r>
              <a:rPr lang="en-US" dirty="0"/>
              <a:t>                                </a:t>
            </a:r>
            <a:r>
              <a:rPr lang="en-US" u="sng" dirty="0"/>
              <a:t>Team Members</a:t>
            </a:r>
            <a:endParaRPr lang="en-US" u="sng" dirty="0"/>
          </a:p>
          <a:p>
            <a:pPr algn="l"/>
            <a:endParaRPr lang="en-US" u="sng" dirty="0"/>
          </a:p>
          <a:p>
            <a:pPr algn="l"/>
            <a:r>
              <a:rPr lang="en-US" dirty="0"/>
              <a:t>   1.  Al-Amin </a:t>
            </a:r>
            <a:r>
              <a:rPr lang="en-US" dirty="0" err="1"/>
              <a:t>Hridoy</a:t>
            </a:r>
            <a:r>
              <a:rPr lang="en-US" dirty="0"/>
              <a:t>     (2243081166)</a:t>
            </a:r>
            <a:endParaRPr lang="en-US" dirty="0"/>
          </a:p>
          <a:p>
            <a:pPr algn="l"/>
            <a:r>
              <a:rPr lang="en-US" dirty="0"/>
              <a:t>   2. </a:t>
            </a:r>
            <a:r>
              <a:rPr lang="en-US" dirty="0" err="1"/>
              <a:t>Abidul</a:t>
            </a:r>
            <a:r>
              <a:rPr lang="en-US" dirty="0"/>
              <a:t> Islam Khan (2243081179)</a:t>
            </a:r>
            <a:endParaRPr lang="en-US" dirty="0"/>
          </a:p>
          <a:p>
            <a:pPr algn="l"/>
            <a:r>
              <a:rPr lang="en-US" dirty="0"/>
              <a:t>   3. Fahim </a:t>
            </a:r>
            <a:r>
              <a:rPr lang="en-US" dirty="0" err="1"/>
              <a:t>Forkan</a:t>
            </a:r>
            <a:r>
              <a:rPr lang="en-US" dirty="0"/>
              <a:t>          (2243081169)</a:t>
            </a:r>
            <a:endParaRPr lang="en-US" dirty="0"/>
          </a:p>
          <a:p>
            <a:pPr algn="l"/>
            <a:r>
              <a:rPr lang="en-US" dirty="0"/>
              <a:t>   4. Tanvir Ahmed         (2243081177)</a:t>
            </a:r>
            <a:endParaRPr lang="en-US" dirty="0"/>
          </a:p>
          <a:p>
            <a:pPr algn="l"/>
            <a:r>
              <a:rPr lang="en-US" dirty="0"/>
              <a:t>   5. </a:t>
            </a:r>
            <a:r>
              <a:rPr lang="en-US" dirty="0" err="1"/>
              <a:t>Taspriya</a:t>
            </a:r>
            <a:r>
              <a:rPr lang="en-US" dirty="0"/>
              <a:t> Sultana      (2243081046)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132" y="592667"/>
            <a:ext cx="8475133" cy="812800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Admin Class</a:t>
            </a:r>
            <a:endParaRPr lang="en-US" sz="24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666" y="1591734"/>
            <a:ext cx="8525933" cy="403013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Purpose         :    </a:t>
            </a:r>
            <a:r>
              <a:rPr lang="en-US" sz="1400" dirty="0"/>
              <a:t>Authentication for Admins Login.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Variables       :   </a:t>
            </a:r>
            <a:r>
              <a:rPr lang="en-US" sz="1400" dirty="0"/>
              <a:t>username,  password.                                              //Private </a:t>
            </a:r>
            <a:r>
              <a:rPr lang="en-US" sz="1400" dirty="0" err="1"/>
              <a:t>variabe</a:t>
            </a:r>
            <a:endParaRPr lang="en-US" sz="1400" dirty="0"/>
          </a:p>
          <a:p>
            <a:r>
              <a:rPr lang="en-US" sz="1400" dirty="0"/>
              <a:t>                                    </a:t>
            </a:r>
            <a:r>
              <a:rPr lang="en-US" sz="1400" dirty="0" err="1"/>
              <a:t>TotalRequiredMoney</a:t>
            </a:r>
            <a:r>
              <a:rPr lang="en-US" sz="1400" dirty="0"/>
              <a:t> ,  </a:t>
            </a:r>
            <a:r>
              <a:rPr lang="en-US" sz="1400" dirty="0" err="1"/>
              <a:t>TotalCollectedMoney</a:t>
            </a:r>
            <a:r>
              <a:rPr lang="en-US" sz="1400" dirty="0"/>
              <a:t>     // Public variable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Constructor   :  </a:t>
            </a:r>
            <a:r>
              <a:rPr lang="en-US" sz="1400" dirty="0"/>
              <a:t>Admin()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Methods        :     </a:t>
            </a:r>
            <a:r>
              <a:rPr lang="en-US" sz="1400" dirty="0"/>
              <a:t>get set Method, </a:t>
            </a:r>
            <a:endParaRPr lang="en-US" sz="1400" dirty="0"/>
          </a:p>
          <a:p>
            <a:r>
              <a:rPr lang="en-US" sz="1400" dirty="0"/>
              <a:t>                                     Login() ,    </a:t>
            </a:r>
            <a:r>
              <a:rPr lang="en-US" sz="1400" dirty="0" err="1"/>
              <a:t>AdminMenu</a:t>
            </a:r>
            <a:r>
              <a:rPr lang="en-US" sz="1400" dirty="0"/>
              <a:t> ()                         // Void Method</a:t>
            </a:r>
            <a:endParaRPr lang="en-US" sz="1400" dirty="0"/>
          </a:p>
          <a:p>
            <a:r>
              <a:rPr lang="en-US" sz="1400" dirty="0"/>
              <a:t> 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Control Flow : </a:t>
            </a:r>
            <a:r>
              <a:rPr lang="en-US" sz="1400" dirty="0"/>
              <a:t>By using Conditional Statements inside while Loop.</a:t>
            </a:r>
            <a:endParaRPr lang="en-US" sz="1400" dirty="0"/>
          </a:p>
          <a:p>
            <a:r>
              <a:rPr lang="en-US" sz="1400" dirty="0"/>
              <a:t>                                </a:t>
            </a:r>
            <a:endParaRPr lang="en-US" sz="1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989" y="702733"/>
            <a:ext cx="3932237" cy="50800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Interface</a:t>
            </a:r>
            <a:endParaRPr lang="en-US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7588" y="1346200"/>
            <a:ext cx="3932237" cy="38115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display--</a:t>
            </a:r>
            <a:endParaRPr lang="en-US" dirty="0"/>
          </a:p>
          <a:p>
            <a:pPr marL="1085850" lvl="2" indent="-171450">
              <a:buFont typeface="Wingdings" panose="05000000000000000000" pitchFamily="2" charset="2"/>
              <a:buChar char="§"/>
            </a:pPr>
            <a:r>
              <a:rPr lang="en-US" sz="1300" dirty="0"/>
              <a:t>Virtual Method :   Display() 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donate --</a:t>
            </a:r>
            <a:endParaRPr lang="en-US" dirty="0"/>
          </a:p>
          <a:p>
            <a:pPr marL="1085850" lvl="2" indent="-171450">
              <a:buFont typeface="Wingdings" panose="05000000000000000000" pitchFamily="2" charset="2"/>
              <a:buChar char="§"/>
            </a:pPr>
            <a:r>
              <a:rPr lang="en-US" sz="1300" dirty="0"/>
              <a:t>Virtual Method :  Donate()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2108200" y="2988734"/>
            <a:ext cx="7560734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Abstract Class</a:t>
            </a:r>
            <a:endParaRPr lang="en-US" sz="2400" u="sng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Class Name:  </a:t>
            </a:r>
            <a:r>
              <a:rPr lang="en-US" sz="1400" dirty="0" err="1"/>
              <a:t>BaseCategory</a:t>
            </a:r>
            <a:endParaRPr lang="en-US" sz="1400" dirty="0"/>
          </a:p>
          <a:p>
            <a:endParaRPr 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b="1" dirty="0" err="1"/>
              <a:t>Inheritence</a:t>
            </a:r>
            <a:r>
              <a:rPr lang="en-US" sz="1400" b="1" dirty="0"/>
              <a:t>:  </a:t>
            </a:r>
            <a:r>
              <a:rPr lang="en-US" sz="1400" dirty="0"/>
              <a:t>Inherit from  multiple class of interface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Features     :     </a:t>
            </a:r>
            <a:r>
              <a:rPr lang="en-US" sz="1400" dirty="0"/>
              <a:t>String type field as Name,</a:t>
            </a:r>
            <a:endParaRPr lang="en-US" sz="1400" dirty="0"/>
          </a:p>
          <a:p>
            <a:pPr lvl="1"/>
            <a:r>
              <a:rPr lang="en-US" sz="1400" dirty="0"/>
              <a:t>                                  Constructor                      // </a:t>
            </a:r>
            <a:r>
              <a:rPr lang="en-US" sz="1400" dirty="0" err="1"/>
              <a:t>BaseCategory</a:t>
            </a:r>
            <a:r>
              <a:rPr lang="en-US" sz="1400" dirty="0"/>
              <a:t>(),  </a:t>
            </a:r>
            <a:endParaRPr lang="en-US" sz="1400" dirty="0"/>
          </a:p>
          <a:p>
            <a:r>
              <a:rPr lang="en-US" sz="1400" dirty="0"/>
              <a:t>                                              Abstract method            //  </a:t>
            </a:r>
            <a:r>
              <a:rPr lang="en-US" sz="1400" dirty="0" err="1"/>
              <a:t>SpecialFeature</a:t>
            </a:r>
            <a:r>
              <a:rPr lang="en-US" sz="1400" dirty="0"/>
              <a:t>().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400" b="1" dirty="0"/>
              <a:t>Operation  :   </a:t>
            </a:r>
            <a:r>
              <a:rPr lang="en-US" sz="1400" dirty="0"/>
              <a:t>Interface methods.  </a:t>
            </a:r>
            <a:endParaRPr lang="en-US" sz="1400" dirty="0"/>
          </a:p>
          <a:p>
            <a:pPr lvl="1"/>
            <a:r>
              <a:rPr lang="en-US" sz="1400" dirty="0"/>
              <a:t>                             </a:t>
            </a:r>
            <a:endParaRPr lang="en-US" sz="14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2054" y="753533"/>
            <a:ext cx="5061479" cy="804332"/>
          </a:xfrm>
        </p:spPr>
        <p:txBody>
          <a:bodyPr>
            <a:normAutofit/>
          </a:bodyPr>
          <a:lstStyle/>
          <a:p>
            <a:r>
              <a:rPr lang="en-US" sz="2400" b="1" u="sng" dirty="0" err="1"/>
              <a:t>FundCategory</a:t>
            </a:r>
            <a:r>
              <a:rPr lang="en-US" sz="2400" b="1" u="sng" dirty="0"/>
              <a:t>  Class</a:t>
            </a:r>
            <a:endParaRPr lang="en-US" sz="24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1456" y="1710266"/>
            <a:ext cx="8211078" cy="4766733"/>
          </a:xfrm>
        </p:spPr>
        <p:txBody>
          <a:bodyPr>
            <a:noAutofit/>
          </a:bodyPr>
          <a:lstStyle/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Objective    :  </a:t>
            </a:r>
            <a:r>
              <a:rPr lang="en-US" sz="1300" dirty="0"/>
              <a:t>To get Donating option.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 err="1"/>
              <a:t>Inheritence</a:t>
            </a:r>
            <a:r>
              <a:rPr lang="en-US" sz="1300" b="1" dirty="0"/>
              <a:t> :  </a:t>
            </a:r>
            <a:r>
              <a:rPr lang="en-US" sz="1300" dirty="0"/>
              <a:t>Inherit from </a:t>
            </a:r>
            <a:r>
              <a:rPr lang="en-US" sz="1300" dirty="0" err="1"/>
              <a:t>BaseCategory</a:t>
            </a:r>
            <a:r>
              <a:rPr lang="en-US" sz="1300" dirty="0"/>
              <a:t> class.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Features      :   </a:t>
            </a:r>
            <a:r>
              <a:rPr lang="en-US" sz="1300" dirty="0"/>
              <a:t>Constructor                         // by Passing new Name as parameter</a:t>
            </a:r>
            <a:endParaRPr lang="en-US" sz="1300" dirty="0"/>
          </a:p>
          <a:p>
            <a:r>
              <a:rPr lang="en-US" sz="1300" dirty="0"/>
              <a:t>                                 Sum operators (+)               // for adding two categories at the same time.</a:t>
            </a:r>
            <a:endParaRPr lang="en-US" sz="1300" dirty="0"/>
          </a:p>
          <a:p>
            <a:r>
              <a:rPr lang="en-US" sz="1300" dirty="0"/>
              <a:t>                                 override Method                 //</a:t>
            </a:r>
            <a:r>
              <a:rPr lang="en-US" sz="1300" dirty="0" err="1"/>
              <a:t>SpecialFeatures</a:t>
            </a:r>
            <a:endParaRPr lang="en-US" sz="1300" dirty="0"/>
          </a:p>
          <a:p>
            <a:r>
              <a:rPr lang="en-US" sz="1300" dirty="0"/>
              <a:t>                                 </a:t>
            </a:r>
            <a:r>
              <a:rPr lang="en-US" sz="1300" dirty="0" err="1"/>
              <a:t>CategoryMenu</a:t>
            </a:r>
            <a:r>
              <a:rPr lang="en-US" sz="1300" dirty="0"/>
              <a:t>()  Method.    //  to use Loop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Control Flow :  </a:t>
            </a:r>
            <a:r>
              <a:rPr lang="en-US" sz="1300" dirty="0"/>
              <a:t>Conditional statements  inside while Loop.</a:t>
            </a:r>
            <a:endParaRPr lang="en-US" sz="1300" dirty="0"/>
          </a:p>
          <a:p>
            <a:r>
              <a:rPr lang="en-US" sz="1300" dirty="0"/>
              <a:t>                                      Example-          if  (Choice==“1”)</a:t>
            </a:r>
            <a:endParaRPr lang="en-US" sz="1300" dirty="0"/>
          </a:p>
          <a:p>
            <a:r>
              <a:rPr lang="en-US" sz="1300" dirty="0"/>
              <a:t>                                                                            { 1. Donate   }</a:t>
            </a:r>
            <a:endParaRPr lang="en-US" sz="1300" dirty="0"/>
          </a:p>
          <a:p>
            <a:r>
              <a:rPr lang="en-US" sz="1300" dirty="0"/>
              <a:t>                                                       else  if (Choice==“0”)</a:t>
            </a:r>
            <a:endParaRPr lang="en-US" sz="1300" dirty="0"/>
          </a:p>
          <a:p>
            <a:r>
              <a:rPr lang="en-US" sz="1300" dirty="0"/>
              <a:t>                                                                              {  2. Back  }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7988" y="160868"/>
            <a:ext cx="5239278" cy="1227666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Static Class</a:t>
            </a:r>
            <a:endParaRPr lang="en-US" sz="28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65854" y="1532466"/>
            <a:ext cx="9498012" cy="488526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/>
              <a:t>Class Name :</a:t>
            </a:r>
            <a:r>
              <a:rPr lang="en-US" sz="1400" dirty="0"/>
              <a:t>  Donation class.</a:t>
            </a:r>
            <a:endParaRPr lang="en-US" sz="1400" dirty="0"/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/>
              <a:t>Objective     : </a:t>
            </a:r>
            <a:r>
              <a:rPr lang="en-US" sz="1400" dirty="0"/>
              <a:t> To use Donating information in every categories.</a:t>
            </a:r>
            <a:endParaRPr lang="en-US" sz="1400" dirty="0"/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/>
              <a:t>Methods      :  </a:t>
            </a:r>
            <a:r>
              <a:rPr lang="en-US" sz="1400" dirty="0"/>
              <a:t>Static Method       // </a:t>
            </a:r>
            <a:r>
              <a:rPr lang="en-US" sz="1400" dirty="0" err="1"/>
              <a:t>MakeDonation</a:t>
            </a:r>
            <a:r>
              <a:rPr lang="en-US" sz="1400" dirty="0"/>
              <a:t>()</a:t>
            </a:r>
            <a:endParaRPr lang="en-US" sz="1400" dirty="0"/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400" b="1" dirty="0"/>
              <a:t>Features       :  </a:t>
            </a:r>
            <a:r>
              <a:rPr lang="en-US" sz="1400" dirty="0"/>
              <a:t>User inputs for Donating information</a:t>
            </a:r>
            <a:endParaRPr lang="en-US" sz="1400" dirty="0"/>
          </a:p>
          <a:p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Name,</a:t>
            </a:r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Email Id,</a:t>
            </a:r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Country,</a:t>
            </a:r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ID Type                  :      1. Passport  </a:t>
            </a:r>
            <a:endParaRPr lang="en-US" sz="1400" dirty="0"/>
          </a:p>
          <a:p>
            <a:pPr lvl="3"/>
            <a:r>
              <a:rPr lang="en-US" sz="1400" dirty="0"/>
              <a:t>                                              2. NID                   // Using Conditional Statements</a:t>
            </a:r>
            <a:endParaRPr lang="en-US" sz="1400" dirty="0"/>
          </a:p>
          <a:p>
            <a:pPr lvl="3"/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Payment Method</a:t>
            </a:r>
            <a:endParaRPr lang="en-US" sz="1400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sz="1400" dirty="0"/>
              <a:t>Donation Amount</a:t>
            </a:r>
            <a:endParaRPr lang="en-US" sz="1400" dirty="0"/>
          </a:p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522" y="804332"/>
            <a:ext cx="3932237" cy="592667"/>
          </a:xfrm>
        </p:spPr>
        <p:txBody>
          <a:bodyPr>
            <a:normAutofit/>
          </a:bodyPr>
          <a:lstStyle/>
          <a:p>
            <a:r>
              <a:rPr lang="en-US" sz="2400" b="1" u="sng" dirty="0" err="1"/>
              <a:t>FundGroup</a:t>
            </a:r>
            <a:r>
              <a:rPr lang="en-US" sz="2400" b="1" u="sng" dirty="0"/>
              <a:t> Class</a:t>
            </a:r>
            <a:endParaRPr lang="en-US" sz="24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921" y="1583267"/>
            <a:ext cx="8134879" cy="50292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Properties         :   </a:t>
            </a:r>
            <a:r>
              <a:rPr lang="en-US" sz="1300" dirty="0"/>
              <a:t>String type Group Name,   5 Referenced Topic from </a:t>
            </a:r>
            <a:r>
              <a:rPr lang="en-US" sz="1300" dirty="0" err="1"/>
              <a:t>FundCategory</a:t>
            </a:r>
            <a:r>
              <a:rPr lang="en-US" sz="1300" dirty="0"/>
              <a:t>.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Purpose     </a:t>
            </a:r>
            <a:r>
              <a:rPr lang="en-US" sz="1300" dirty="0"/>
              <a:t>        :    To Use as Base Class for Subcategories class.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Constructor      :  </a:t>
            </a:r>
            <a:r>
              <a:rPr lang="en-US" sz="1300" dirty="0"/>
              <a:t>public </a:t>
            </a:r>
            <a:r>
              <a:rPr lang="en-US" sz="1300" dirty="0" err="1"/>
              <a:t>FundGroup</a:t>
            </a:r>
            <a:r>
              <a:rPr lang="en-US" sz="1300" dirty="0"/>
              <a:t>()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Methods           :   </a:t>
            </a:r>
            <a:r>
              <a:rPr lang="en-US" sz="1300" dirty="0" err="1"/>
              <a:t>LoadDefaultCategories</a:t>
            </a:r>
            <a:r>
              <a:rPr lang="en-US" sz="1300" dirty="0"/>
              <a:t>()       // Virtual Method     </a:t>
            </a:r>
            <a:endParaRPr lang="en-US" sz="1300" dirty="0"/>
          </a:p>
          <a:p>
            <a:r>
              <a:rPr lang="en-US" sz="1300" dirty="0"/>
              <a:t>                                       Void Menu()</a:t>
            </a:r>
            <a:endParaRPr lang="en-US" sz="1300" dirty="0"/>
          </a:p>
          <a:p>
            <a:r>
              <a:rPr lang="en-US" sz="1300" dirty="0"/>
              <a:t>                              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Objects             :  </a:t>
            </a:r>
            <a:r>
              <a:rPr lang="en-US" sz="1300" dirty="0"/>
              <a:t>Topic1 – Topic5       // inside Virtual Method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Control Flow    :  </a:t>
            </a:r>
            <a:r>
              <a:rPr lang="en-US" sz="1300" dirty="0"/>
              <a:t>Inside Loop by using Conditional Statements</a:t>
            </a:r>
            <a:endParaRPr lang="en-US" sz="1300" dirty="0"/>
          </a:p>
          <a:p>
            <a:r>
              <a:rPr lang="en-US" sz="1300" dirty="0"/>
              <a:t>                                      Example-   if (Choice==“1”) </a:t>
            </a:r>
            <a:endParaRPr lang="en-US" sz="1300" dirty="0"/>
          </a:p>
          <a:p>
            <a:r>
              <a:rPr lang="en-US" sz="1300" dirty="0"/>
              <a:t>                                                              {   Topic1.CategoryMenu(); }</a:t>
            </a:r>
            <a:endParaRPr lang="en-US" sz="1300" dirty="0"/>
          </a:p>
          <a:p>
            <a:r>
              <a:rPr lang="en-US" sz="1300" dirty="0"/>
              <a:t>                                                         else if</a:t>
            </a:r>
            <a:endParaRPr lang="en-US" sz="1300" dirty="0"/>
          </a:p>
          <a:p>
            <a:r>
              <a:rPr lang="en-US" sz="1300" dirty="0"/>
              <a:t>                                                             {    ……………..        }                 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5" y="186267"/>
            <a:ext cx="6822545" cy="95673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Natural Disaster Relief Fund Class</a:t>
            </a:r>
            <a:endParaRPr lang="en-US" sz="20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4255" y="1320799"/>
            <a:ext cx="10056812" cy="51562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Objective        :  </a:t>
            </a:r>
            <a:r>
              <a:rPr lang="en-US" sz="1300" dirty="0"/>
              <a:t>To Make a sub categories class.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/>
              <a:t> </a:t>
            </a:r>
            <a:r>
              <a:rPr lang="en-US" sz="1300" b="1" dirty="0" err="1"/>
              <a:t>Inheritence</a:t>
            </a:r>
            <a:r>
              <a:rPr lang="en-US" sz="1300" b="1" dirty="0"/>
              <a:t>    :  </a:t>
            </a:r>
            <a:r>
              <a:rPr lang="en-US" sz="1300" dirty="0"/>
              <a:t>Inherit from </a:t>
            </a:r>
            <a:r>
              <a:rPr lang="en-US" sz="1300" dirty="0" err="1"/>
              <a:t>FundGroup</a:t>
            </a:r>
            <a:r>
              <a:rPr lang="en-US" sz="1300" dirty="0"/>
              <a:t> class.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Constructor     : </a:t>
            </a:r>
            <a:r>
              <a:rPr lang="en-US" sz="1300" dirty="0" err="1"/>
              <a:t>DisasterReliefFund</a:t>
            </a:r>
            <a:r>
              <a:rPr lang="en-US" sz="1300" dirty="0"/>
              <a:t>() : base (“Natural Disaster Relief Fund”)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Methods          :  </a:t>
            </a:r>
            <a:r>
              <a:rPr lang="en-US" sz="1300" dirty="0"/>
              <a:t> </a:t>
            </a:r>
            <a:r>
              <a:rPr lang="en-US" sz="1300" dirty="0" err="1"/>
              <a:t>LoadDefaultCategories</a:t>
            </a:r>
            <a:r>
              <a:rPr lang="en-US" sz="1300" dirty="0"/>
              <a:t>()     // Override Method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Objects             :   </a:t>
            </a:r>
            <a:r>
              <a:rPr lang="en-US" sz="1300" dirty="0"/>
              <a:t>Topic1  --  Topic5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Subcategories :   </a:t>
            </a:r>
            <a:r>
              <a:rPr lang="en-US" sz="13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1.”</a:t>
            </a:r>
            <a:r>
              <a:rPr lang="en-US" sz="14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Emergency Help”</a:t>
            </a:r>
            <a:endParaRPr lang="en-US" sz="14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2.”Medical Help”</a:t>
            </a:r>
            <a:endParaRPr lang="en-US" sz="1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3.”Shelter Help”</a:t>
            </a:r>
            <a:endParaRPr lang="en-US" sz="14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4.”Homeless Families Support”</a:t>
            </a:r>
            <a:endParaRPr lang="en-US" sz="1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5.” Safety Su</a:t>
            </a:r>
            <a:r>
              <a:rPr lang="en-US" sz="1400" dirty="0">
                <a:latin typeface="Calibri" panose="020F0502020204030204" pitchFamily="34" charset="0"/>
                <a:cs typeface="Times New Roman" panose="02020603050405020304" pitchFamily="18" charset="0"/>
              </a:rPr>
              <a:t>pport”.</a:t>
            </a:r>
            <a:endParaRPr lang="en-US" sz="14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521" y="897466"/>
            <a:ext cx="3932237" cy="762000"/>
          </a:xfrm>
        </p:spPr>
        <p:txBody>
          <a:bodyPr>
            <a:normAutofit fontScale="90000"/>
          </a:bodyPr>
          <a:lstStyle/>
          <a:p>
            <a:r>
              <a:rPr lang="en-US" sz="2000" b="1" u="sng" dirty="0" err="1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WarzoneReliefFund</a:t>
            </a:r>
            <a:r>
              <a:rPr lang="en-US" sz="20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90320" y="1388532"/>
            <a:ext cx="7931679" cy="213360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/>
              <a:t>Similar to Disaster Relief Fund Class. 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 Sub Categories:   </a:t>
            </a:r>
            <a:r>
              <a:rPr lang="en-US" sz="1300" b="1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1.”Emergency Help”</a:t>
            </a:r>
            <a:endParaRPr lang="en-US" sz="13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    2.”Medical Help”</a:t>
            </a:r>
            <a:endParaRPr lang="en-US" sz="13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    3.”Shelter Help”</a:t>
            </a:r>
            <a:endParaRPr lang="en-US" sz="13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    4.”Refugee Families Support”</a:t>
            </a:r>
            <a:endParaRPr lang="en-US" sz="13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                 5.” Safety Su</a:t>
            </a:r>
            <a:r>
              <a:rPr lang="en-US" sz="1300" dirty="0">
                <a:latin typeface="Calibri" panose="020F0502020204030204" pitchFamily="34" charset="0"/>
                <a:cs typeface="Times New Roman" panose="02020603050405020304" pitchFamily="18" charset="0"/>
              </a:rPr>
              <a:t>pport”.</a:t>
            </a:r>
            <a:endParaRPr lang="en-US" sz="13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6999" y="3361267"/>
            <a:ext cx="309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AnimalShelterFund</a:t>
            </a:r>
            <a:endParaRPr lang="en-US" b="1" u="sng" dirty="0"/>
          </a:p>
        </p:txBody>
      </p:sp>
      <p:sp>
        <p:nvSpPr>
          <p:cNvPr id="6" name="TextBox 5"/>
          <p:cNvSpPr txBox="1"/>
          <p:nvPr/>
        </p:nvSpPr>
        <p:spPr>
          <a:xfrm rot="10800000" flipH="1" flipV="1">
            <a:off x="3149598" y="3908133"/>
            <a:ext cx="474133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/>
              <a:t>Similar to Disaster Relief Fund class.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Sub Categories:   </a:t>
            </a:r>
            <a:r>
              <a:rPr lang="en-US" sz="1300" dirty="0"/>
              <a:t>1. “Food &amp; Items”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                                       2. “Animal Treatment”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                                       3. “Shelter Support”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                                       4.  “Adoption Help“</a:t>
            </a:r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                                       5. "Rescue Work"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0521" y="838199"/>
            <a:ext cx="6560079" cy="474133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Health Care support Fund Class</a:t>
            </a:r>
            <a:endParaRPr lang="en-US" sz="20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7588" y="1608667"/>
            <a:ext cx="7940146" cy="4555066"/>
          </a:xfrm>
        </p:spPr>
        <p:txBody>
          <a:bodyPr>
            <a:normAutofit lnSpcReduction="10000"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   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Make a sub categories class.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Inheritence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 from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FundGroup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class.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Constructor     : </a:t>
            </a:r>
            <a:r>
              <a:rPr lang="en-US" sz="1300" dirty="0" err="1">
                <a:solidFill>
                  <a:prstClr val="black"/>
                </a:solidFill>
                <a:latin typeface="Calibri" panose="020F0502020204030204"/>
              </a:rPr>
              <a:t>HealthCareSupportFund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: base (“HealthCare Support Fund”)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      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LoadDefaultCategories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    // Override Method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Objects             :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Topic1  --  Topic5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Subcategories :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1.”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Vaccines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2.”Hospital Tools”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3.”Free Checkup Camps”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4.”Health Awareness”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5.” Patient Help”.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387" y="753534"/>
            <a:ext cx="8228012" cy="550333"/>
          </a:xfrm>
        </p:spPr>
        <p:txBody>
          <a:bodyPr>
            <a:normAutofit/>
          </a:bodyPr>
          <a:lstStyle/>
          <a:p>
            <a:r>
              <a:rPr lang="en-US" sz="2000" b="1" u="sng" dirty="0" err="1"/>
              <a:t>EducationSupport</a:t>
            </a:r>
            <a:r>
              <a:rPr lang="en-US" sz="2000" b="1" u="sng" dirty="0"/>
              <a:t> Fund</a:t>
            </a:r>
            <a:endParaRPr lang="en-US" sz="20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25121" y="1490134"/>
            <a:ext cx="7923212" cy="4902199"/>
          </a:xfrm>
        </p:spPr>
        <p:txBody>
          <a:bodyPr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    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Make a sub categories class.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Inheritence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 from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FundGroup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class.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Constructor     : </a:t>
            </a:r>
            <a:r>
              <a:rPr lang="en-US" sz="1300" dirty="0" err="1">
                <a:solidFill>
                  <a:prstClr val="black"/>
                </a:solidFill>
                <a:latin typeface="Calibri" panose="020F0502020204030204"/>
              </a:rPr>
              <a:t>EducationSupportFund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: base (“Education Support Fund”)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          :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LoadDefaultCategories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    // Override Method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Objects             :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Topic1  --  Topic5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Subcategories :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1. ”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School Items”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2. ”Study Scholarships”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3. “Teacher Trainings”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4. ”Library Support”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                                    5. ”Student  Help”.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0522" y="287867"/>
            <a:ext cx="7423679" cy="965200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Main Class</a:t>
            </a:r>
            <a:endParaRPr lang="en-US" sz="2000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9066" y="1388533"/>
            <a:ext cx="7941733" cy="504613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Purpose           :  </a:t>
            </a:r>
            <a:r>
              <a:rPr lang="en-US" sz="1300" dirty="0"/>
              <a:t>To Control the entire Code flows.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Objects            :  </a:t>
            </a:r>
            <a:r>
              <a:rPr lang="en-US" sz="1300" dirty="0"/>
              <a:t>Admin</a:t>
            </a:r>
            <a:r>
              <a:rPr lang="en-US" sz="1300" b="1" dirty="0"/>
              <a:t>, </a:t>
            </a:r>
            <a:r>
              <a:rPr lang="en-US" sz="1300" dirty="0"/>
              <a:t>Disaster, Warzone, Animal, Health, Edu.</a:t>
            </a:r>
            <a:endParaRPr lang="en-US" sz="1300" dirty="0"/>
          </a:p>
          <a:p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Fund Options  :  </a:t>
            </a:r>
            <a:r>
              <a:rPr lang="en-US" sz="1300" dirty="0"/>
              <a:t>Showing Output of Fund options(1 -5).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User Input       :   </a:t>
            </a:r>
            <a:r>
              <a:rPr lang="en-US" sz="1300" dirty="0"/>
              <a:t>Choice (String Type)</a:t>
            </a: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b="1" dirty="0"/>
              <a:t>Control Flow    :   </a:t>
            </a:r>
            <a:r>
              <a:rPr lang="en-US" sz="1300" dirty="0"/>
              <a:t>Inside While Loop using Conditional statements.</a:t>
            </a:r>
            <a:endParaRPr lang="en-US" sz="1300" dirty="0"/>
          </a:p>
          <a:p>
            <a:r>
              <a:rPr lang="en-US" sz="1300" dirty="0"/>
              <a:t>                                        Example:   if (choice==1)</a:t>
            </a:r>
            <a:endParaRPr lang="en-US" sz="1300" dirty="0"/>
          </a:p>
          <a:p>
            <a:r>
              <a:rPr lang="en-US" sz="1300" dirty="0"/>
              <a:t>                                                                 { </a:t>
            </a:r>
            <a:r>
              <a:rPr lang="en-US" sz="1300" dirty="0" err="1"/>
              <a:t>Disaster.Menu</a:t>
            </a:r>
            <a:r>
              <a:rPr lang="en-US" sz="1300" dirty="0"/>
              <a:t>(); }</a:t>
            </a:r>
            <a:endParaRPr lang="en-US" sz="1300" dirty="0"/>
          </a:p>
          <a:p>
            <a:r>
              <a:rPr lang="en-US" sz="1300" dirty="0"/>
              <a:t>                                                           else if ……………….</a:t>
            </a:r>
            <a:endParaRPr lang="en-US" sz="1300" dirty="0"/>
          </a:p>
          <a:p>
            <a:r>
              <a:rPr lang="en-US" sz="1300" dirty="0"/>
              <a:t>                                                           else if (Choice == 6 )</a:t>
            </a:r>
            <a:endParaRPr lang="en-US" sz="1300" dirty="0"/>
          </a:p>
          <a:p>
            <a:r>
              <a:rPr lang="en-US" sz="1300" dirty="0"/>
              <a:t>                                                                      {  inside nested conditions  (</a:t>
            </a:r>
            <a:r>
              <a:rPr lang="en-US" sz="1300" dirty="0" err="1"/>
              <a:t>admin.AdminMenu</a:t>
            </a:r>
            <a:r>
              <a:rPr lang="en-US" sz="1300" dirty="0"/>
              <a:t>()) will be called )</a:t>
            </a:r>
            <a:endParaRPr lang="en-US" sz="1300" dirty="0"/>
          </a:p>
          <a:p>
            <a:r>
              <a:rPr lang="en-US" sz="1300" dirty="0"/>
              <a:t>                                                           else</a:t>
            </a:r>
            <a:endParaRPr lang="en-US" sz="1300" dirty="0"/>
          </a:p>
          <a:p>
            <a:r>
              <a:rPr lang="en-US" sz="1300" dirty="0"/>
              <a:t>                                                                     {   “ Invalid Choice. “ }</a:t>
            </a:r>
            <a:endParaRPr lang="en-US" sz="1300" dirty="0"/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455" y="643465"/>
            <a:ext cx="9091612" cy="702733"/>
          </a:xfrm>
        </p:spPr>
        <p:txBody>
          <a:bodyPr/>
          <a:lstStyle/>
          <a:p>
            <a:r>
              <a:rPr lang="en-US" b="1" u="sng" dirty="0"/>
              <a:t>Output Demo</a:t>
            </a:r>
            <a:endParaRPr lang="en-US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2150533" y="3158067"/>
            <a:ext cx="452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Choosing 4h option as Fund Option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252134" y="5376334"/>
            <a:ext cx="5291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Choosing 3</a:t>
            </a:r>
            <a:r>
              <a:rPr lang="en-US" sz="1600" baseline="30000" dirty="0"/>
              <a:t>rd</a:t>
            </a:r>
            <a:r>
              <a:rPr lang="en-US" sz="1600" dirty="0"/>
              <a:t> option as Sub Category 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422" y="1455100"/>
            <a:ext cx="4250511" cy="1543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859" y="3631569"/>
            <a:ext cx="4277474" cy="145752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26266" y="1955800"/>
            <a:ext cx="5579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Choosing 1 to Donate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624667" y="4309533"/>
            <a:ext cx="6603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Giving Donating Information by giving n leaving donate option.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777066" y="6197600"/>
            <a:ext cx="5494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By choosing Back coming back to Main Home Page.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768" y="896867"/>
            <a:ext cx="4478566" cy="10002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823" y="4720600"/>
            <a:ext cx="4700777" cy="12822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424" y="2277888"/>
            <a:ext cx="4729975" cy="200624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6521" y="618067"/>
            <a:ext cx="6170612" cy="762000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Admin’s Option</a:t>
            </a:r>
            <a:endParaRPr lang="en-US" sz="2000" b="1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7035" y="1530765"/>
            <a:ext cx="4257897" cy="16290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16199" y="3386667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Choosing 6</a:t>
            </a:r>
            <a:r>
              <a:rPr lang="en-US" sz="1400" baseline="30000" dirty="0"/>
              <a:t>th</a:t>
            </a:r>
            <a:r>
              <a:rPr lang="en-US" sz="1400" dirty="0"/>
              <a:t> For admins Options.</a:t>
            </a: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877" y="4001521"/>
            <a:ext cx="4170523" cy="5620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5466" y="4885267"/>
            <a:ext cx="7154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Giving Admins </a:t>
            </a:r>
            <a:r>
              <a:rPr lang="en-US" sz="1400" dirty="0" err="1"/>
              <a:t>Informations</a:t>
            </a:r>
            <a:r>
              <a:rPr lang="en-US" sz="1400" dirty="0"/>
              <a:t> and login in for any updates or changes.</a:t>
            </a:r>
            <a:endParaRPr lang="en-US" sz="1400" dirty="0"/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8531" y="971441"/>
            <a:ext cx="5674002" cy="15623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94465" y="3674534"/>
            <a:ext cx="75014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/>
              <a:t>Choosing 4 to see fund money status and can watch funds money status.</a:t>
            </a:r>
            <a:endParaRPr lang="en-US" sz="1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33" y="4262351"/>
            <a:ext cx="5618933" cy="1228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69067" y="5672667"/>
            <a:ext cx="65193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/>
              <a:t>Can choose any other options too for more </a:t>
            </a:r>
            <a:r>
              <a:rPr lang="en-US" sz="1300" dirty="0" err="1"/>
              <a:t>upadates</a:t>
            </a:r>
            <a:r>
              <a:rPr lang="en-US" sz="1300" dirty="0"/>
              <a:t> in site. By choosing Logout option can comeback to home page .</a:t>
            </a:r>
            <a:endParaRPr lang="en-US" sz="13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967" y="2668006"/>
            <a:ext cx="5694565" cy="74305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8921" y="1049866"/>
            <a:ext cx="4773612" cy="931333"/>
          </a:xfrm>
        </p:spPr>
        <p:txBody>
          <a:bodyPr/>
          <a:lstStyle/>
          <a:p>
            <a:r>
              <a:rPr lang="en-US" sz="2400" b="1" u="sng" dirty="0"/>
              <a:t>Conclusion</a:t>
            </a:r>
            <a:endParaRPr lang="en-US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5134" y="2209800"/>
            <a:ext cx="8221133" cy="168486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The project demonstrates the application of Object-Oriented Programming principles through interfaces, abstraction, inheritance, and polymorphism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The system organizes various donation types using a hierarchical class structure, ensuring clean separation of responsibilities.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115733" y="4174066"/>
            <a:ext cx="48683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/>
              <a:t>THANK YOU</a:t>
            </a:r>
            <a:endParaRPr lang="en-US" sz="4000" u="sng" dirty="0"/>
          </a:p>
          <a:p>
            <a:endParaRPr lang="en-US" sz="4000" dirty="0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Projects</Template>
  <TotalTime>0</TotalTime>
  <Words>7407</Words>
  <Application>WPS Presentation</Application>
  <PresentationFormat>Widescreen</PresentationFormat>
  <Paragraphs>241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Times New Roman</vt:lpstr>
      <vt:lpstr>Calibri</vt:lpstr>
      <vt:lpstr>Calibri Light</vt:lpstr>
      <vt:lpstr>Microsoft YaHei</vt:lpstr>
      <vt:lpstr>Arial Unicode MS</vt:lpstr>
      <vt:lpstr>Office Theme</vt:lpstr>
      <vt:lpstr>Project Name:  NGO Platform Management</vt:lpstr>
      <vt:lpstr>Admin Class</vt:lpstr>
      <vt:lpstr>Interface</vt:lpstr>
      <vt:lpstr>FundCategory  Class</vt:lpstr>
      <vt:lpstr>Static Class</vt:lpstr>
      <vt:lpstr>FundGroup Class</vt:lpstr>
      <vt:lpstr>Natural Disaster Relief Fund Class</vt:lpstr>
      <vt:lpstr>WarzoneReliefFund  </vt:lpstr>
      <vt:lpstr>Health Care support Fund Class</vt:lpstr>
      <vt:lpstr>EducationSupport Fund</vt:lpstr>
      <vt:lpstr>Main Class</vt:lpstr>
      <vt:lpstr>Output Demo</vt:lpstr>
      <vt:lpstr>PowerPoint 演示文稿</vt:lpstr>
      <vt:lpstr>Admin’s Option</vt:lpstr>
      <vt:lpstr>PowerPoint 演示文稿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 NGO Platform Management</dc:title>
  <dc:creator>ah</dc:creator>
  <cp:lastModifiedBy>User</cp:lastModifiedBy>
  <cp:revision>2</cp:revision>
  <dcterms:created xsi:type="dcterms:W3CDTF">2026-01-04T08:03:00Z</dcterms:created>
  <dcterms:modified xsi:type="dcterms:W3CDTF">2026-01-04T08:05:06Z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25D0F463FCA14F97ACE37E85F44D4FED_12</vt:lpwstr>
  </property>
  <property fmtid="{D5CDD505-2E9C-101B-9397-08002B2CF9AE}" pid="3" name="KSOProductBuildVer">
    <vt:lpwstr>1033-12.2.0.23196</vt:lpwstr>
  </property>
</Properties>
</file>